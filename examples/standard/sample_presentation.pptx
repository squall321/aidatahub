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검증 결과를 시연한다. 다음 슬라이드에서 정량 비교를 진행.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KooRemapper IGA 변환 결과 (표준 예제)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CAE팀 · 2026-05-08</a:t>
            </a:r>
          </a:p>
          <a:p>
            <a:r>
              <a:t>standard PPT 작성 예제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KooRemapper 의 IGA 변환 결과를 검증한다.</a:t>
            </a:r>
          </a:p>
          <a:p>
            <a:pPr>
              <a:defRPr sz="2000"/>
            </a:pPr>
            <a:r>
              <a:t>Trimmed NURBS Volume 방식으로 FE mesh 를 IGA 입력으로 변환.</a:t>
            </a:r>
          </a:p>
          <a:p>
            <a:pPr>
              <a:defRPr sz="2000"/>
            </a:pPr>
            <a:r>
              <a:t>LS-DYNA 재해석으로 FEM 대비 응력 분포 차이를 1% 이내로 확인.</a:t>
            </a:r>
          </a:p>
          <a:p>
            <a:pPr lvl="1">
              <a:defRPr sz="2000"/>
            </a:pPr>
            <a:r>
              <a:t>브라켓 부품 50,000 노드 기준 — 변환 8.7 초, 검증 0.3 초.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작동 원리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7772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762000">
                <a:tc>
                  <a:txBody>
                    <a:bodyPr/>
                    <a:lstStyle/>
                    <a:p>
                      <a:r>
                        <a:t>단계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입력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출력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Bbox 계산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FE mesh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min/max XYZ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NURBS 박스 생성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bbox + offset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8개 제어점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검증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0" y="1371600"/>
            <a:ext cx="45720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NURBS 박스 다이어그램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2976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Figure 1: NURBS 박스가 FE mesh 를 4 mm 오프셋으로 둘러싼다.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KooRemapper IGA 변환 결과 (표준 예제)</dc:title>
  <dc:subject>IGA 검증 발표자료</dc:subject>
  <dc:creator>CAE팀</dc:creator>
  <cp:keywords>IGA, NURBS, KooRemapper</cp:keywords>
  <dc:description>표준 PPT 작성 예제 — 슬라이드 제목 placeholder, 텍스트박스 라벨, 표 도형, 그림 placeholder + 캡션, 발표자 노트를 모두 시연한다.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